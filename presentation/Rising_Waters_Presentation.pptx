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Rising Waters: Flood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SHAIK SHANVAZ</a:t>
            </a:r>
          </a:p>
          <a:p>
            <a:r>
              <a:t>Roll No: 23F21A05A6</a:t>
            </a:r>
          </a:p>
          <a:p>
            <a:r>
              <a:t>Computer Science and Engineering</a:t>
            </a:r>
          </a:p>
          <a:p>
            <a:r>
              <a:t>Gates Institute Of Technology, Gooty</a:t>
            </a:r>
          </a:p>
          <a:p>
            <a:r>
              <a:t>SmartBridge AI &amp; ML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Floods cause major damage to life and property.</a:t>
            </a:r>
            <a:br/>
            <a:r>
              <a:t>• Traditional prediction methods are slow.</a:t>
            </a:r>
            <a:br/>
            <a:r>
              <a:t>• Machine Learning improves prediction speed and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Develop a flood prediction model.</a:t>
            </a:r>
            <a:br/>
            <a:r>
              <a:t>• Build a Flask web app.</a:t>
            </a:r>
            <a:br/>
            <a:r>
              <a:t>• Provide real-time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  <a:br/>
            <a:r>
              <a:t>Flask</a:t>
            </a:r>
            <a:br/>
            <a:r>
              <a:t>Scikit-learn</a:t>
            </a:r>
            <a:br/>
            <a:r>
              <a:t>Pandas</a:t>
            </a:r>
            <a:br/>
            <a:r>
              <a:t>NumPy</a:t>
            </a:r>
            <a:br/>
            <a:r>
              <a:t>HTML/CSS/JavaScript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Insert architecture_diagram.png from assets/diagrams.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Insert flowchart.png from assets/diagrams.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Historical flood dataset (.xlsx)</a:t>
            </a:r>
            <a:br/>
            <a:r>
              <a:t>Preprocessing and feature selection.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 Collection → Preprocessing → Model Training → 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Insert home page and prediction screenshots.</a:t>
            </a:r>
            <a:br/>
            <a:r>
              <a:t>System predicts flood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Weather API</a:t>
            </a:r>
            <a:br/>
            <a:r>
              <a:t>IoT Sensors</a:t>
            </a:r>
            <a:br/>
            <a:r>
              <a:t>GIS Mapping</a:t>
            </a:r>
            <a:br/>
            <a:r>
              <a:t>Mobile 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demonstrates ML-based flood prediction using Flask.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